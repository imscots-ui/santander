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PSR PS20/1 Confirmation of Payee (CoP)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102E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62362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54710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C8102E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