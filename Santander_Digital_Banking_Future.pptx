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7,400 lines. 36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36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8912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8912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3503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8912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8912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3503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8912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8912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03503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8912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38912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3503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38912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38912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03503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8912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38912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3503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38912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912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3503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3503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8912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03503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Balance certificate — sealed proof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83280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383280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547872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383280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383280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547872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83280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83280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47872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83280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83280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547872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383280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383280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47872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383280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83280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547872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383280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383280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547872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383280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383280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547872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International FX payment (MLR screening)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383280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83280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547872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Complaint handling (FCA DISP + FOS)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27648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327648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92240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27648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327648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92240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327648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327648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492240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27648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27648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92240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27648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327648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492240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27648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27648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492240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7648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327648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92240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27648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327648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492240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Beneficiary sanctions screening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27648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6327648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92240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Payment dispute triage + provisional refund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272016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272016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436608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272016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272016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436608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272016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272016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436608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72016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9272016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436608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272016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72016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436608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272016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272016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436608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272016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272016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436608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9272016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72016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36608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Trusted devices &amp; session management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272016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272016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436608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ID register (KYB lists 1, 2 &amp; 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C0000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17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8912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38912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5216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85216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5216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BCOBS · 24h cooling-off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34056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34056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880360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80360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0360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GOV.UK One Login · KYC lists 1–3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0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029200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75504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75504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75504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· full KYC/KYB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24344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24344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70648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470648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70648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PSR PS20/1 CoP · CSV · BACS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19488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765792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765792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65792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5216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5216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5216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FSCS notice · 12-month rule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34056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734056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80360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880360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80360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HMRC MTD API v1.0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0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29200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175504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175504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75504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GDPR Art.5(1)(c) · CRM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324344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324344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70648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470648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0648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19488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619488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765792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765792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CCA 1974 · cooling-off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38912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38912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85216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85216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5216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screening · SWIFT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734056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734056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80360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880360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80360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DISP · FOS route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029200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029200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75504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Standing Orders &amp; DDs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75504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up to 3 steps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75504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Direct Debit Guarantee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24344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470648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470648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70648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Chargeback · fraud · DDG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619488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619488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765792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Intl. Beneficiary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765792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65792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IBAN/SWIFT · sanctions screen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38912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38912" y="5230368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85216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85216" y="5833872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5216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Sealed proof of balance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734056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734056" y="5230368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2880360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880360" y="5833872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80360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SCA · remote sign-out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68096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68096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68096" cy="310896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0000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7,400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36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E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36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EC0000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#EC0000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Santander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BF1E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#FBF1EA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Lisbon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Santander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Corporate sans — display numbers, editorial headers (Geist fallback)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July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