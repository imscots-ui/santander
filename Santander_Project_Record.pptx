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12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Twelve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63840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28431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28431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28431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 complainant check (DISP 2.7), escalation flag selection, denial reason, optional goodwill gesture. Triggers from Home screen Log complaint tile.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23,427 lines · 98 sections · 107 books &amp; regulatory documents · §97 Senior Managers Regime · §98 Prezi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23,427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 · System Design Interview (King)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§87–88, §97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· MREL · CNRF · Deposit Aggregators · Post-Trade Task Force · Senior Managers Regime (Berman)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§92, §94–96, §98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Twelve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(98 sections · 107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