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13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Thirteen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2424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08192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0264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0264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6568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8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6120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46120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92424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2424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2424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08192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54496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70264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70264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16568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16568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6568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46120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46120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92424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92424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2424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8192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54496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4496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4496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Amount + currency + IBAN + beneficiary → live rate + FCA fee disclosure → biometric confirm. 5 currencies (EUR/USD/CHF/AUD/CAD).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70264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70264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16568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6568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up to 3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6568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Overview of active DDs (Guarantee-protected) and standing orders → set up a standing order (payee + CoP, amount, frequency, start date) or cancel a Direct Debit under the Direct Debit Guarantee.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248655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0352" y="5340095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0352" y="5669279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0352" y="5852159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Eligible-complainant check (DISP 2.7), escalation flags, denial reason, optional goodwill. From the Log complaint tile.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A291C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A291C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23,846 lines · 112 sections · 121 books &amp; regulatory documents · §100–112 UX, Node.js, TypeScript, C++, financial crime &amp; ML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23,846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§1–22, §91, §104–106, §110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pytest · System Design (King) · Node.js · TypeScript (Pocock) · A Tour of C++ (Stroustrup)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· Conduct · Financial Crime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§87–88, §97, §107–108, §112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Resolution · MREL · Senior Managers Regime (Berman) · Financial Shenanigans (Schilit) · Fraud Act (Monaghan) · ML Fraud Detection (Ma &amp; Wu)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§76, §92, §94–96, §98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UX · Accessibility · Equality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§34, §99–103, §111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WCAG 2.1 contrast (4.5:1) · WebAIM/CCA · UX Management (Binder) · Design Thinking (Park) · UX Research (Schmidt) · Pro UX &amp; Accessibility Designer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§89, §93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DA291C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34593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3825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3825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620256"/>
            <a:ext cx="4937760" cy="23774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6568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6568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Thirteen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(112 sections · 121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DA291C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