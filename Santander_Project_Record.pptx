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12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Twelve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63840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28431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28431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28431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 complainant check (DISP 2.7), escalation flag selection, denial reason, optional goodwill gesture. Triggers from Home screen Log complaint tile.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23,112 lines · 93 sections · 102 books &amp; regulatory documents · §91–93 system design, PowerPoint, materials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23,112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 · System Design Interview (King)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Planning · MREL · CNRF · Deposit Aggregators · LEI/SSI · KYC Passporting · Post-Trade Task 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Microsoft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(×2) · PowerPoint (×3 — incl. 365 Pro/Lemmings) · SharePoint · Dynamics 365 BC AL · Azure AI Engineer AI-102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Twelve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(93 sections · 102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