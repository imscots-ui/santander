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11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Eleven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3944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2394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8536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3944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2394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8536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536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6384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23944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2394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88536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6384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1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23944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23944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88536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8536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8536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Amount + currency + IBAN + beneficiary → live rate + FCA fee disclosure (Consumer Rights Act 2015) → biometric confirm. 5 currencies: EUR/USD/CHF/AUD/CAD.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22,590 lines · 89 sections · 98 books &amp; regulatory documents · Quick Lookup decision index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22,590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§1–22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Security · Pydantic · async · pytest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§20, §23–25, §58–65, §72–74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§35–41, §66–70, §84, §86–88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&amp; Market Regulation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§36–40, §87–88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Basel 3.1 · SS19/13 Resolution Planning · MREL · CNRF · Deposit Aggregators · LEI/SSI · KYC Passporting · Post-Trade Task Force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§75, §77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1672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§11, §26, §42, §50–56, §78–81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Microsoft Ecosystem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91672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§27–33, §64–65, §76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(×2) · PowerPoint (×2) · SharePoint · Dynamics 365 BC AL · Azure AI Engineer AI-102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Employment &amp; Equality Law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Nine protected characteristics · WCAG accessibility legal duty · Reasonable adjustments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IoT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91672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§43–49, §54, §57, §89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Devices &amp; Circuits · Arduino/IoT · Embedded Linux · ISO GD&amp;T (Green)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1672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§82, §83, §85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(13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13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Eleven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(89 sections · Quick Lookup index)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