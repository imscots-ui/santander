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21,689 lines · 88 sections · 97 books &amp; regulatory documents · Quick Lookup decision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21,689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13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(88 sections · Quick Lookup index)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