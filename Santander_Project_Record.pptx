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23,260 lines · 96 sections · 105 books &amp; regulatory documents · §94–96 LibreOffice, KDP, PDF→EPUB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23,260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 · System Design Interview (King)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Extensions · KDP Formatting · PDF→EPUB (Calibre)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(96 sections · 105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