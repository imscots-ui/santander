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5,024 lines · 26 sections · 41 books synthesised into a single indexed technical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42415"/>
            <a:ext cx="2743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042415"/>
            <a:ext cx="201168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9776" y="1042415"/>
            <a:ext cx="25603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104241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34416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4416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FastAPI &amp; SQLAlchemy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9776" y="134416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FastAPI docs, SQLAlchemy docs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34416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682496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682496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Fundamentals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9776" y="1682496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React docs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8968" y="1682496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020823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2020823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Tailwind CSS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9776" y="2020823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Tailwind 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8968" y="2020823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59151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359151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Git &amp; Version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2359151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 Git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2359151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697479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2697479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Docker &amp;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2697479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Docker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2697479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3580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303580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Best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79776" y="303580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Fluent Python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03580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374135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3374135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TypeScript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79776" y="3374135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TypeScript Handbook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58968" y="3374135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712463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3712463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79776" y="3712463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Testing library docs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8968" y="3712463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4050791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4050791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AWS &amp; Cloud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79776" y="4050791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AWS docs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58968" y="4050791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389120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389120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Security Fundamentals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79776" y="4389120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OWASP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58968" y="4389120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84048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72744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72744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React &amp; JS Frontend Patterns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79776" y="472744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You Don't Know JS · JS Good Parts · Eloquent JS · JS Patterns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58968" y="472744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5065776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" y="5065776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 Data Science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79776" y="5065776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Python for Data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58968" y="5065776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5404104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" y="5404104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JWT &amp;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79776" y="5404104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OAuth2 specs, JWT RFC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58968" y="5404104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~220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08192" y="1024128"/>
            <a:ext cx="5532120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81344" y="1042415"/>
            <a:ext cx="2743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§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1042415"/>
            <a:ext cx="201168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20" y="1042415"/>
            <a:ext cx="25603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Source material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3112" y="104241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1" i="0">
                <a:solidFill>
                  <a:srgbClr val="D6D3D1"/>
                </a:solidFill>
                <a:latin typeface="Calibri"/>
              </a:rPr>
              <a:t>Lines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08192" y="128016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81344" y="134416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134416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REST API Conventions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3920" y="134416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RESTful Web APIs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183112" y="134416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08192" y="161848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81344" y="1682496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1682496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GraphQL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03920" y="1682496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GraphQL docs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83112" y="1682496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108192" y="1956815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181344" y="2020823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55664" y="2020823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PostgreSQL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20" y="2020823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PostgreSQL docs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83112" y="2020823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~200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08192" y="2295144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81344" y="2359151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55664" y="2359151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Redis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03920" y="2359151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Redis docs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183112" y="2359151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~140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2633472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81344" y="2697479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455664" y="2697479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Kubernetes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03920" y="2697479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Kubernetes docs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183112" y="2697479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08192" y="2971800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81344" y="303580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55664" y="303580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CI/CD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503920" y="303580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GitHub Actions docs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83112" y="303580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~160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108192" y="3310127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81344" y="3374135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55664" y="3374135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Monitoring &amp; Observability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503920" y="3374135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SRE Book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183112" y="3374135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~180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108192" y="3648456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181344" y="3712463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455664" y="3712463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HTTP Fundamentals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503920" y="3712463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HTTP: The Definitive Guide (Gourley &amp; Totty)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183112" y="3712463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08192" y="3986783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81344" y="4050791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55664" y="4050791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SQL Performance &amp; Indexing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0" y="4050791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SQL Performance Explained (Winand)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183112" y="4050791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~350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108192" y="4325112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81344" y="4389120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55664" y="4389120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Advanced Prompt Engineering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03920" y="4389120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Prompt Engineering for LLMs (Al-Shamey, Venn, Vael)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83112" y="4389120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08192" y="4663440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181344" y="4727448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55664" y="4727448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AI Agent Architecture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03920" y="4727448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Building AI Agents + Mastering AI Tools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83112" y="4727448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~380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108192" y="5001768"/>
            <a:ext cx="5532120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181344" y="5065776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55664" y="5065776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Claude Code Workflow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03920" y="5065776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Claude Code Mastery + Claude Myths &amp; Realities + AI Tools Guide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183112" y="5065776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~360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108192" y="5340096"/>
            <a:ext cx="5532120" cy="338328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181344" y="5404104"/>
            <a:ext cx="25603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455664" y="5404104"/>
            <a:ext cx="19933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UI Design Principles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03920" y="5404104"/>
            <a:ext cx="2514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Refactoring UI (Wathan &amp; Schoger)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183112" y="5404104"/>
            <a:ext cx="411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44403C"/>
                </a:solidFill>
                <a:latin typeface="Calibri"/>
              </a:rPr>
              <a:t>~420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12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(26 sections)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