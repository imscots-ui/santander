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11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Eleven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22,935 lines · 90 sections · 99 books &amp; regulatory documents · Quick Lookup decision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22,935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Security · Pydantic · async · pytest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&amp; Market Regulation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Basel 3.1 · SS19/13 Resolution Planning · MREL · CNRF · Deposit Aggregators · LEI/SSI · KYC Passporting · Post-Trade Task Force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Microsoft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(×2) · PowerPoint (×2) · SharePoint · Dynamics 365 BC AL · Azure AI Engineer AI-102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Employment &amp; Equality Law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Nine protected characteristics · WCAG accessibility legal duty · Reasonable adjustments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IoT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Devices &amp; Circuits · Arduino/IoT · Embedded Linux · ISO GD&amp;T (Green)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(13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13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Eleven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(90 sections · Quick Lookup index)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