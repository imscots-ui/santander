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  <p:pic>
        <p:nvPicPr>
          <p:cNvPr id="31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A291C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A291C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DA291C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A291C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DA291C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5312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5312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649724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67715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67715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3752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490118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490118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097780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1252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1252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321808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349240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349240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545836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573268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573268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769864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797296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5797296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5993892"/>
            <a:ext cx="4937760" cy="21488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021324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021324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4937760" cy="21488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2453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2453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detail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none" lIns="12700" rIns="12700" tIns="0" bIns="0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841248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3017520"/>
            <a:ext cx="960120" cy="40233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3017520"/>
            <a:ext cx="914400" cy="402336"/>
          </a:xfrm>
          <a:prstGeom prst="rect">
            <a:avLst/>
          </a:prstGeom>
          <a:noFill/>
        </p:spPr>
        <p:txBody>
          <a:bodyPr wrap="square" anchor="ctr" tIns="0" bIns="0" lIns="38100" rIns="25400">
            <a:noAutofit/>
          </a:bodyPr>
          <a:lstStyle/>
          <a:p>
            <a:pPr algn="l"/>
            <a:r>
              <a:rPr sz="65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65760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675887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07822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15137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4169663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