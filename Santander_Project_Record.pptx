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23,812 lines · 111 sections · 120 books &amp; regulatory documents · §100–111 UX, Node.js, TypeScript, C++, financial crime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Resolution · MREL · Senior Managers Regime (Berman) · Financial Shenanigans (Schilit) · Fraud Act 2006 / Corporate Misconduct (Monaghan)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(111 sections · 120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