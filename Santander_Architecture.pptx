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0584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100584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310128"/>
            <a:ext cx="777240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20440"/>
            <a:ext cx="228600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7,400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lines · 1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71800" y="3520440"/>
            <a:ext cx="228600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152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981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40680" y="3520440"/>
            <a:ext cx="228600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869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520440"/>
            <a:ext cx="228600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16:9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0515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Technical deep-dive  ·  single-file React architecture  ·  state model  ·  entity &amp; mandate logic  ·  design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10058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pic>
        <p:nvPicPr>
          <p:cNvPr id="29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WHY ONE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App.jsx — one React function component, read top-to-bottom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370332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7,400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lines of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234440"/>
            <a:ext cx="370332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870 KB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self-contained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84464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4464" y="1234440"/>
            <a:ext cx="370332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190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gzipped — fast on 3G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907792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Intentional monolith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One file means the entire product reads top-to-bottom with no module navigation — ideal for a prototype meant to be understood at a glance.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0832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0832" y="2907792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No real API calls except Google Fonts. All data is in-memory, fictional, and front-end only.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4464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84464" y="2907792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Single HTML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viteSingleFile inlines all JS and CSS into one portable file — runs from any browser, no install.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2569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Static hosting, zero server cost. Deployed and live at imscots-ui.github.io/santander.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70832" y="442569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trade-off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Monolith size vs. navigation simplicity — a deliberate choice for a demo/research context, not a production pattern.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84464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84464" y="442569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30768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Sub-components are closures inside App — they share state directly without prop-drilling or context.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INTERNAL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The fixed top-to-bottom order inside the App() component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120+ state variables, lines ~28–685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1732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ENTITY_INFO, accounts/mtdData/statementsData (useMemo)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css template literal: brand, animations, glass effects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260604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Primitives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ProgressDots, StepFrame, Input, Field, Toggle (closures)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9476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renderClosure … renderMtdSubmit (12 closures)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379476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Home, Approve, Audit, Statements, MTD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Sheets / modals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15 overlay sheets (OTP, Compliance, VoiceId, A11y …)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99632" y="4983480"/>
            <a:ext cx="457200" cy="10789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2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desktop sidebar + mobile bottom-nav code paths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THE ONE HARD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Why closures cannot hold hooks — and how the boundary is enforced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9144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9888"/>
            <a:ext cx="8686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 hook may appear after line ~744 — the closeWorkflow()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07899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Everything below that line is a closure. Closures can't call useState / useEffect / useMemo.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State at the 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120+ state variables declared at the top of App (lines ~28–685), before any logic.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Closures, not components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renderXxx functions and screen/sheet components are closures inside App — they read/write top-level state directly.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4464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closeWorkflow() resets 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Every workflow-specific state must be reset in closeWorkflow() — ghost state between workflows is a known failure mode.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4281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useEffect, sparingly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Only: 30s tick timer, font loading, scroll resets. No data fetching — there is no backend.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424281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useMemo for derived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accounts and statementsData are memoised from entityType and payment history — recompute only when inputs change.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4242816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awk caveat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The /ship-ready hook flags hooks past line 120 — a known false positive at this file size; the real boundary is line ~744.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STATE DRIVES 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Three layers of state compose every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70408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" cy="9601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81328"/>
            <a:ext cx="6729984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tab  —  main screen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'home' · 'approve' · 'audit' · 'mtd' · 'statements'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59" y="23591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EC0000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70408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97480"/>
            <a:ext cx="54864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6729984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workflow  —  full-screen overlay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null · closure · biz · mandate · wages · lending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fx · dormancy · unlink · ringfence · idcheck · mtd-submit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complaint · recurring · dispute · beneficiary · certificate · trusted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59" y="409651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EC0000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7040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34840"/>
            <a:ext cx="54864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544568"/>
            <a:ext cx="6729984" cy="5943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step  —  0-based position within the active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1371600"/>
            <a:ext cx="3959352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1371600"/>
            <a:ext cx="3959352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149047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viewMode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4" y="1828800"/>
            <a:ext cx="3666744" cy="2148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'mobile' (default) | 'desktop'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Toggles bottom-nav vs. sidebar layout.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All state is shared between shells —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switching mobile ↔ desktop preserves any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workflow already in progress.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4206240"/>
            <a:ext cx="39593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4206240"/>
            <a:ext cx="3959352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18704" y="432511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Why this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18704" y="4663440"/>
            <a:ext cx="366674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 workflow overlay renders on top of the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current screen; closing it returns you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exactly where you were. One state tree,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two render paths, zero duplication.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ONE SWITCH RESHAPES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ENTITY_INFO (~line 264) — entityType drives all derived config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Sole Trader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9397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93976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969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Partnership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0752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30752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Limited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7528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67528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248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LLP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4304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0024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Charity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1080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Club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7785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77856" y="1325880"/>
            <a:ext cx="1508760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357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Society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210312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44403C"/>
                </a:solidFill>
                <a:latin typeface="Calibri"/>
              </a:rPr>
              <a:t>Switching entityType re-derives all of the following: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 object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Labels (‘director’ vs ‘trustee’), required documents, and the principal terminology used throughout the UI.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0832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Registration numbers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 number, LLP number, or Charity Commission number — shown and validated per type.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4464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accounts array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useMemo (~line 334) returns a different set of accounts and mandate rules for each entity type.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986784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defaults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Sole trader → any-1; limited/LLP → any-2; charity/club/society → all signatories required.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70832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70832" y="3986784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Board minutes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Clubs, charities, and societies require board-minute upload on every change; companies do not.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4464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84464" y="3986784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30768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UI copy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30768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Workflow steps, compliance prompts, and document checklists all re-render from the active entity.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WHO MUST AUTHORISE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getMandateFor(accountNos) — line ~420 — picks the strictest rule across selected accounts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370332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Single authoriser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One signatory is sufficient. No co-signer, no cooling-off.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370332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Two authorisers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Two signatories required → triggers the co-signer workflow and 48h window.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3703320" cy="64008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Every signatory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All signatories must approve → 24h cooling-off period is enforced.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11274552" cy="64008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069080"/>
            <a:ext cx="5486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Strictness order:   all  &gt;  any-2  &gt;  any-1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087368"/>
            <a:ext cx="53035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Select multiple accounts → the toughest rule wins.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00600"/>
            <a:ext cx="11274552" cy="86868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901184"/>
            <a:ext cx="1828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10972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The chosen rule determines whether a workflow requires a co-signer and/or a 24-hour cooling-off period before execution — the core control behind dual authorisation.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TIME-BASED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Two live mechanisms that keep high-risk actions reversible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4864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cooling array — requests pending a 24-hour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execution delay (working days only, bank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holidays skipped).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tick state refreshes every 30 seconds —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keeps the progress bars live and accurate.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user can Cancel or Fast-Track any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request while it sits in the cooling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Regulatory basis: FCA BCOBS 4A.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Stalled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stalled array — a co-signer missed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approval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system auto-escalates to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Relationship Manager (Priya Desai).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UI shows a “Priya’s on it” card with a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direct ‘Call Priya’ action button.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Escalation path: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failed co-sign → RM notification → manual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override and resolution.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17 STEP-BASED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Each is a renderXxx closure reading and writing top-level App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7200" y="137160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renderClosure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1792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Account closure + compliance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92424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92424" y="137160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557016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renderBiz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57016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Business KYC / KYB verification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27648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327648" y="137160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92240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renderMandate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92240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Signatory mandate changes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262872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262872" y="137160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427464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renderWages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27464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Bulk wages (CSV + approval)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57200" y="237744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1792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renderLending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1792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Business lending application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392424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392424" y="237744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57016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renderFX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57016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Foreign exchange payments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27648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327648" y="237744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92240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renderDormancy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92240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62872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262872" y="237744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427464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renderUnlink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27464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Personal/business unlinking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57200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57200" y="338328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21792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renderRingfence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1792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Credit ring-fencing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392424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392424" y="338328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557016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renderIdCheck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557016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Identity / Voice ID checks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327648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327648" y="338328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92240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renderMtdSubmit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92240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62872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262872" y="338328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27464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renderComplaint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27464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FCA DISP complaint handling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57200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57200" y="438912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21792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renderRecurring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392424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392424" y="438912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557016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renderDispute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57016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Payment dispute &amp; chargeback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327648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327648" y="438912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renderBeneficiary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92240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International beneficiary onboarding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262872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9262872" y="438912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427464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renderCertificate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427464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Balance certificate issuance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57200" y="539496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57200" y="5394960"/>
            <a:ext cx="54864" cy="85953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21792" y="550468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renderTrusted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21792" y="579729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Trusted devices &amp; sessions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BOSUN'S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Brand tokens, spacing scale, and the colour rules enforced on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697480" cy="868680"/>
          </a:xfrm>
          <a:prstGeom prst="rect">
            <a:avLst/>
          </a:prstGeom>
          <a:solidFill>
            <a:srgbClr val="EC0000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#EC0000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Santander 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325880"/>
            <a:ext cx="2697480" cy="868680"/>
          </a:xfrm>
          <a:prstGeom prst="rect">
            <a:avLst/>
          </a:prstGeom>
          <a:solidFill>
            <a:srgbClr val="FBF1E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#FBF1EA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Lisbon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8192" y="1325880"/>
            <a:ext cx="2697480" cy="86868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#1c1917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Stone-900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33688" y="1325880"/>
            <a:ext cx="2697480" cy="86868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#78716c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77440"/>
            <a:ext cx="11274552" cy="68580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68880"/>
            <a:ext cx="20116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EC0000"/>
                </a:solidFill>
                <a:latin typeface="Calibri"/>
              </a:rPr>
              <a:t>Spacing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2542032"/>
            <a:ext cx="8961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onsolas"/>
              </a:rPr>
              <a:t>4 · 8 · 12 · 16 · 24 · 32 · 48 · 64 · 96 · 128 px      →      Tailwind  1 · 2 · 3 · 4 · 6 · 8 · 12 · 16 · 24 · 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4612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Typography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Santander Text — display + body (named family; Geist fallback). Geist Mono — account numbers and figures.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324612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Colour law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Never text-gray-* or text-zinc-* — always text-stone-*. Never stone-400/500 on dark or red surfaces.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3246120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primary CTA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Exactly one bg-[#EC0000] or bg-stone-900 primary button per view — hierarchy stays clear.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672583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Tabular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num-tab class (font-variant-numeric: tabular-nums) on every monetary amount for clean alignment.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70832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70832" y="4672583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17136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Inline CSS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17136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css template literal (~line 779): hero-card, cool-card, anim-fade, anim-slide, shimmer, stagger-1…7.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84464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4" y="4672583"/>
            <a:ext cx="37033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Enforcement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Bosun station in /ship-ready scans for spacing, colour, and CTA violations before every push.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BUILD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Minimal, modern, front-end only — no backend, no database, no API server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React 18.3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Single large function component; closures as sub-components.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6324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Tailwind CSS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Utility-first styling with a custom stone-* palette.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Icon library used throughout the UI.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BUILD &amp; DEPLOY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164592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Vite 5 + viteSingleFile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Fast dev server; inlines all JS/CSS into one HTML file.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06324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~870 KB HTML · ~190 KB gzip · GitHub Pages static hosting.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448056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Commands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npm run dev · npm run build · npm run preview.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97880"/>
            <a:ext cx="11274552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python-pptx is documentation tooling only — it builds these decks, it is not part of the app.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EC0000"/>
                </a:solidFill>
                <a:latin typeface="Calibri"/>
              </a:rPr>
              <a:t>STANDING 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The non-negotiable rules enforced before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dangerous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dangerouslySetInnerHTML on dynamic content — hardcoded static strings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Focus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focus:outline-none without a focus-visible: companion — every bare removal is an a11y breach.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Contrast ≥ 4.5:1, focus rings preserved for keyboard navigation, ARIA labels where needed.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256032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secrets in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real credentials, account numbers, API keys, or emails beyond the author credit.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749039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force push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git push --force is forbidden — ever. History stays intact.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9632" y="3749039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/ship-ready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Seven-station pre-commit checklist — one RED finding and the ship stands down to fix.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93776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Fictional data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Every account number, name, and amount in the prototype is invented.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99632" y="4937760"/>
            <a:ext cx="55321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external call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Google Fonts is the only external network request in production — nothing else leaves the browser.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