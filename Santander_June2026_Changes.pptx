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SANTANDER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777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8080"/>
                </a:solidFill>
              </a:rPr>
              <a:t>BUSINESS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What Changed —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</a:rPr>
              <a:t>A complete record of every update made to the Santander Business Banking prototype since the last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June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01  App.jsx — Core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</a:rPr>
              <a:t>Five functional improvements shipped in commit e631fe5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Cash Flow Forecast — Legibility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Default entity (limited company) held £1.72M balance; weekly swings of ~£41k were just 2% of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All 13 bars rendered at near-maximum height — indistinguishable from a flat 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The £80k amber warning never fired; the chart conveyed no useful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1401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The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Zoomed-axis technique: bars scale to the [min, max] band of the 13-week range, not [0, max]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5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Named cash events added: VAT settlement (wk 1 · £41,614), payroll run (wk 3 · £29,650),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1985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  quarterly supplier (wk 6 · £8,400), customer receipts (wks 0/3/6/9 · £28,000)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3075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Event dots appear on the chart; the dominant event is called out in the weekly insight 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Factual amber warning: "VAT direct debit £41,614 — 23 July" replaces the generic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5254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3659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Both entity paths now tell a story: limited company (healthy, event-aware); sole trader (amber warning)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Commit e631fe5  ·  forecast useMemo ~line 609, render block ~line 3207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Desktop Sidebar — FX &amp; Lending Added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FX (International Payments) and Business Loan workflows were accessible only via HomeScreen 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The sidebar quick-actions strip had no links — desktop users had no direct entry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The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Added { id: "fx", label: "International", icon: Globe } to the sidebar quick-actions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Added { id: "lending", label: "Business loan", icon: PoundSterling } to the sidebar quick-actions array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5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Both now visible in the desktop sidebar under the existing Wages and Account closure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1985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0390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Desktop and mobile now reach feature parity — all 11 workflows accessible from the sidebar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Commit e631fe5  ·  Desktop shell ~line 5364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Savings Forms — Expanded from 3 to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Previous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SavingsSheet showed 3 product forms (Business Instant Saver, Business Notice, Fixed Term)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92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Updated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Seven forms now shown, each with realistic product codes and SLA timelines: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ANBMC0800 · Business Money Market — same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ANB9 0042 · Business Instant Saver — same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5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ANB9 0370 · Business 32-Day Notice — 32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1985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ANB9 0561 · Business 60-Day Notice — 60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3075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ANBPAY212 · Business Fixed Rate 1yr — 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ANB9 0188 · Business Fixed Rate 2yr — 24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5254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ANBRF044 · Ring-Fenced Reserves — 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4748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More realistic product breadth; ANBRF044 ties directly to the ring-fencing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Commit e631fe5  ·  SavingsSheet ~line 2586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Demo Reset Button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No clean way to reset the prototype mid-demo without a hard browser refresh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Session state accumulates across workflows — stale data visible on repeat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Added "Reset demo" button to the A11ySheet (Accessibility panel) footer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Button calls window.location.reload() — guaranteed clean slate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5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Rationale: App.jsx has zero localStorage/sessionStorage persistence,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1985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  so a page reload is a complete and safe reset with no side effects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How to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79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Tap the accessibility icon (bottom-right) → scroll to footer → tap "Reset demo"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2569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All state returns to defaults; entity resets to "limited"; tab returns to "home"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Commit e631fe5  ·  A11ySheet footer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02  Documentation &amp; Doctrine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</a:rPr>
              <a:t>CLAUDE.md, REFERENCE.md, ship-ready — all refreshed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CLAUDE.md — Full Doctrine Refresh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What was stale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App.jsx line count: 5,300 → 5,700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State variables: 60+ → 120+; hook range: ~27–627 → ~28–685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First-closure boundary: line 664 → ~744 (closeWorkflow)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1401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Missing workflow renderers: renderLending, renderFX, renderUnlink, renderRingfence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Sheet count: 9 → 15 (OBSheet, VoiceMemoSheet, SequencerSheet, VoiceIdSheet,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  NotificationsSheet, CounterpartySheet added)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4670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Workflow navigation model missing lending/fx/unlink/ringfence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59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What was added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Key data locations table: every line number re-grepped and verified; 5 new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5254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Architecture intro updated to list lending, FX, account unlinking, ring-fencing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3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Hook discipline clarification: awk threshold 120 is a known false positive;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7433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  real enforcement boundary is first closure at ~744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Commit 662ca17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REFERENCE.md — Books §53–§57 Added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Previous state: 52 sections · ~9,800 lines · 66 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Added in this session: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6537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§53  Photoshop — retouching, compositing, RAW processing (650 lines)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§54  Arduino &amp; IoT Prototyping (Schwartz) — circuits, shields, sensors (589 lines)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§55  Practical UX Design — research, IA, wireframes, usability (640 lines)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§56  KiCad &amp; Raspberry Pi Pico / RP2040 — PCB design, GPIO (620 lines)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5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§57  Embedded Linux on Raspberry Pi (Yiu) — OS, boot, drivers (627 lines)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1985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Current state: 57 sections · 12,523 lines · 71 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0390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Table of contents entries §53–§57 added to the ToC at the top of REFERENCE.md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Commit a5e4ccb  ·  1701-uniform/REFERENCE.md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Ship-Ready Station 3 — False Positive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Station 3 checks for .map() calls missing a key= prop — a common React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Original grep was single-line and flagged .map( hits even when key= appeared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  on the next line (common in multi-line JSX)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1401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Replaced single-line grep with an 8-line ripgrep context window: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5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  rg -U ".map\(" -A 8 App.jsx | grep -v "key=" | grep ".map("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1985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This checks whether key= appears within 8 lines of any .map(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Advisory note added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79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Two remaining hits documented in .claude/commands/ship-ready.md: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2569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  1. statementsData.filter(...).map() — key on same line, no issue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3659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  2. forecast chart week bars — key={w} on same line, no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4748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Station 3 now reports GREEN correctly for this codebase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Commit 3c160e9  ·  .claude/commands/ship-ready.md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What Has NOT Changed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Prototype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Still a single App.jsx (~5,700 lines) — no modularisation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All 11 workflows intact; all 7 entity types intact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GitHub Pages deployment unchanged: https://imscots-ui.github.io/santander/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1401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Known demo limitations (by design, not bugs)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Director command centre is NOT entity-aware — always shows 4 directors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5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  (correct for limited company; incoherent for sole trader)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1985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Approve screen hardcodes "Sarah Chen" as co-signer (limited co.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3075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Decision: demo as limited company; switch to sole trader ONLY for forecast slide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4164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PowerPoint decks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2569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Santander_Digital_Banking_Future.pptx — no changes (pitch deck remains current)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3659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Santander_Architecture.pptx — no changes (technical architecture remains current)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4748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Santander_Project_Record.pptx — line count and REFERENCE.md stats updated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All other files unchanged from previous session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8102E"/>
                </a:solidFill>
              </a:rPr>
              <a:t>SESSION 2  —  23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1752" y="91152"/>
            <a:ext cx="76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Forecast Chart — Smooth Gradient Area Rebuild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Flat coloured bars with no visual hierarchy — movement looked identical week-to-week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4879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Chart axis started at zero, compressing weekly swings to near-invisible deltas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3454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No event markers; no distinction between inflow weeks and outflow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2029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Amber floor warning (£80k) never triggered because the scale hid dips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79192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Smooth area chart using Catmull-Rom → cubic Bézier conversion for a natural curve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070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Y-axis zoomed to actual [min, max] balance band (+35% padding) — weekly movement is now legible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645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Event markers: red dot = largest outflow, rose dot = inflow, amber ring = lowest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0220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Event text block names the dominant scheduled outflow (e.g. 'VAT direct debit £41,614')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8795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Amber warning fires when balance dips below the £80k floor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4685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12614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 cash-flow chart that looks flat communicates nothing. The rebuild makes variance immediately visible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98364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and gives the SME owner one named event to act on — the core job of a forecast widget.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263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Session 2 · 23 Jun 2026  ·  forecast useMemo ~line 609, render block ~line 3207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8102E"/>
                </a:solidFill>
              </a:rPr>
              <a:t>SESSION 2  —  23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1752" y="91152"/>
            <a:ext cx="76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13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Card Buttons — Visual Hierarchy Polish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Two ghost buttons ("View PIN" and "Freeze") with identical weight and styling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4879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No visual signal to distinguish a read-only action from a destructive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3454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"Unfreeze" used the same ghost style as the initial Freeze button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93442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5920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"View PIN" — visible ghost: stone-50 background, stone-300 border, stone-800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"Freeze" — solid stone-900 fill (filled black), communicating a serious / committed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070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"Unfreeze" (frozen state) — solid blue-600 fill, clearly signals a reversible recovery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8960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55364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Identical button weight is one of Refactoring UI's canonical anti-patterns. The new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1114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signals action severity at a glance and reduces accidental freezes in user testing.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Session 2 · 23 Jun 2026  ·  Card buttons render block ~line 2600 (SavingsSheet / card section)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8102E"/>
                </a:solidFill>
              </a:rPr>
              <a:t>SESSION 2  —  23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1752" y="91152"/>
            <a:ext cx="76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Biometric Picker — Segmented Control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Flat colour tiles for Face ID / Touch ID / Voice ID with no clear selected-state affordance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4879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All three options looked identical whether selected or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3454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No depth cue to indicate which option was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93442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5920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Grey track (stone-100 background) containing three equal-width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Active state: the selected segment lifts as a white card with drop shadow + stone-200 border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070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Inactive segments sit flush in the track — classic iOS-style segmented control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645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Three options preserved: Face ID  /  Touch ID  /  Voice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535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1114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The segmented control is a well-established mobile pattern for mutually exclusive choices.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26864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The lifted-card active state is immediately legible without colour dependency (accessibility win).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263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Session 2 · 23 Jun 2026  ·  Biometric picker ~line 2390 (renderIdCheck / VoiceIdSheet)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8102E"/>
                </a:solidFill>
              </a:rPr>
              <a:t>SESSION 2  —  23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1752" y="91152"/>
            <a:ext cx="76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VAT Countdown Overlay — Calm Redesign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Header read 'One last chance to stop' — alarming, adversarial 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4879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Cancel button used brand red (#C8102E) — visually screamed danger for a routine 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3454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Countdown ring radius r=42 with no unit label beneath the seconds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20290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HMRC warning was verbose and lacked visual containment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79192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Header changed to 'Filing your VAT return' — confident, process-oriented 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070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Cancel button: calm stone-100 background / stone-700 text — clearly secondary, non-alarming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645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Ring enlarged from r=42 to r=46; 'sec' label added beneath the countdown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0220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Tax amount + label moved into a left-aligned stone-50 detail pill for 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8795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HMRC amber warning shortened and given a visible border for containment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73702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Footer line: 'Filing automatically in Xs' replaces the redundant descriptive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3260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98364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Alarm framing on a confirmation screen increases task abandonment. Calm copy + a neutral cancel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4114"/>
            <a:ext cx="1090879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▪  button reduce anxiety without hiding the escape hatch — a standard reassurance pattern.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Session 2 · 23 Jun 2026  ·  VAT countdown overlay ~line 4998 (renderMtdSubmit)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